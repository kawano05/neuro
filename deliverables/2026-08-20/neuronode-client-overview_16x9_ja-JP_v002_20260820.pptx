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3e24f398a411f" /><Relationship Type="http://schemas.openxmlformats.org/officeDocument/2006/relationships/extended-properties" Target="/docProps/app.xml" Id="Rba0b5b5358af45b2" /><Relationship Type="http://schemas.openxmlformats.org/officeDocument/2006/relationships/officeDocument" Target="/ppt/presentation.xml" Id="R45f7493177aa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4cd88cc964d74"/>
  </p:sldMasterIdLst>
  <p:notesMasterIdLst>
    <p:notesMasterId xmlns:r="http://schemas.openxmlformats.org/officeDocument/2006/relationships" r:id="R368c5d8b97b8498e"/>
  </p:notesMasterIdLst>
  <p:sldIdLst>
    <p:sldId xmlns:r="http://schemas.openxmlformats.org/officeDocument/2006/relationships" id="256" r:id="Rc738d4bb0084470f"/>
    <p:sldId xmlns:r="http://schemas.openxmlformats.org/officeDocument/2006/relationships" id="257" r:id="Re68331c5d05b4ef7"/>
    <p:sldId xmlns:r="http://schemas.openxmlformats.org/officeDocument/2006/relationships" id="258" r:id="R4daf16d600c44f37"/>
    <p:sldId xmlns:r="http://schemas.openxmlformats.org/officeDocument/2006/relationships" id="259" r:id="R0c8326aef1db4ddc"/>
    <p:sldId xmlns:r="http://schemas.openxmlformats.org/officeDocument/2006/relationships" id="260" r:id="R8a55436c415e4e64"/>
    <p:sldId xmlns:r="http://schemas.openxmlformats.org/officeDocument/2006/relationships" id="261" r:id="R28d04def7de54397"/>
    <p:sldId xmlns:r="http://schemas.openxmlformats.org/officeDocument/2006/relationships" id="262" r:id="Ra495a9a8b9db4998"/>
    <p:sldId xmlns:r="http://schemas.openxmlformats.org/officeDocument/2006/relationships" id="263" r:id="R6bfb092df88b423c"/>
    <p:sldId xmlns:r="http://schemas.openxmlformats.org/officeDocument/2006/relationships" id="264" r:id="Raacb4f4d91254f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763ba29c6342db" /><Relationship Type="http://schemas.openxmlformats.org/officeDocument/2006/relationships/slideMaster" Target="/ppt/slideMasters/slideMaster1.xml" Id="R2394cd88cc964d74" /><Relationship Type="http://schemas.openxmlformats.org/officeDocument/2006/relationships/notesMaster" Target="/ppt/notesMasters/notesMaster1.xml" Id="R368c5d8b97b8498e" /><Relationship Type="http://schemas.openxmlformats.org/officeDocument/2006/relationships/presProps" Target="/ppt/presProps.xml" Id="R6f719dcd7ada4eab" /><Relationship Type="http://schemas.openxmlformats.org/officeDocument/2006/relationships/tableStyles" Target="/ppt/tableStyles.xml" Id="R4777f06146d04849" /><Relationship Type="http://schemas.openxmlformats.org/officeDocument/2006/relationships/slide" Target="/ppt/slides/slide1.xml" Id="Rc738d4bb0084470f" /><Relationship Type="http://schemas.openxmlformats.org/officeDocument/2006/relationships/slide" Target="/ppt/slides/slide2.xml" Id="Re68331c5d05b4ef7" /><Relationship Type="http://schemas.openxmlformats.org/officeDocument/2006/relationships/slide" Target="/ppt/slides/slide3.xml" Id="R4daf16d600c44f37" /><Relationship Type="http://schemas.openxmlformats.org/officeDocument/2006/relationships/slide" Target="/ppt/slides/slide4.xml" Id="R0c8326aef1db4ddc" /><Relationship Type="http://schemas.openxmlformats.org/officeDocument/2006/relationships/slide" Target="/ppt/slides/slide5.xml" Id="R8a55436c415e4e64" /><Relationship Type="http://schemas.openxmlformats.org/officeDocument/2006/relationships/slide" Target="/ppt/slides/slide6.xml" Id="R28d04def7de54397" /><Relationship Type="http://schemas.openxmlformats.org/officeDocument/2006/relationships/slide" Target="/ppt/slides/slide7.xml" Id="Ra495a9a8b9db4998" /><Relationship Type="http://schemas.openxmlformats.org/officeDocument/2006/relationships/slide" Target="/ppt/slides/slide8.xml" Id="R6bfb092df88b423c" /><Relationship Type="http://schemas.openxmlformats.org/officeDocument/2006/relationships/slide" Target="/ppt/slides/slide9.xml" Id="Raacb4f4d9125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044a27373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228c28f5240b8" /><Relationship Type="http://schemas.openxmlformats.org/officeDocument/2006/relationships/notesMaster" Target="/ppt/notesMasters/notesMaster1.xml" Id="R76e71bab89df4e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f4738966249be" /><Relationship Type="http://schemas.openxmlformats.org/officeDocument/2006/relationships/notesMaster" Target="/ppt/notesMasters/notesMaster1.xml" Id="R36b210442e4e4e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2bb6ad5e044e5" /><Relationship Type="http://schemas.openxmlformats.org/officeDocument/2006/relationships/notesMaster" Target="/ppt/notesMasters/notesMaster1.xml" Id="R5569eb4ec8df4c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695326ac249d6" /><Relationship Type="http://schemas.openxmlformats.org/officeDocument/2006/relationships/notesMaster" Target="/ppt/notesMasters/notesMaster1.xml" Id="R386df012c6934d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3717f7cf574304" /><Relationship Type="http://schemas.openxmlformats.org/officeDocument/2006/relationships/notesMaster" Target="/ppt/notesMasters/notesMaster1.xml" Id="R1b52579b5791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a6f0a0f0f241a2" /><Relationship Type="http://schemas.openxmlformats.org/officeDocument/2006/relationships/notesMaster" Target="/ppt/notesMasters/notesMaster1.xml" Id="Reaf83d2551794b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1a1405e2f54010" /><Relationship Type="http://schemas.openxmlformats.org/officeDocument/2006/relationships/notesMaster" Target="/ppt/notesMasters/notesMaster1.xml" Id="R907eaca6b36043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5416d4adf49e3" /><Relationship Type="http://schemas.openxmlformats.org/officeDocument/2006/relationships/notesMaster" Target="/ppt/notesMasters/notesMaster1.xml" Id="Rc3fec3cd25484a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d61feece2d40eb" /><Relationship Type="http://schemas.openxmlformats.org/officeDocument/2006/relationships/notesMaster" Target="/ppt/notesMasters/notesMaster1.xml" Id="R8a56620b9d5d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C:\Users\otyag\Documents\NURO\README.md (product purpose and supported tasks)</a:t>
            </a:r>
          </a:p>
          <a:p xmlns:a="http://schemas.openxmlformats.org/drawingml/2006/main">
            <a:r>
              <a:t>- C:\Users\otyag\Documents\NURO\basic-design.md (target users and support roles)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C:\Users\otyag\Documents\NURO\README.md (user and supporter flows)</a:t>
            </a:r>
          </a:p>
          <a:p xmlns:a="http://schemas.openxmlformats.org/drawingml/2006/main">
            <a:r>
              <a:t>- C:\Users\otyag\Documents\NURO\src\App.svelte (screen routing and supporter navigation)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C:\Users\otyag\Documents\NURO\src\App.svelte (home scan and task input handling)</a:t>
            </a:r>
          </a:p>
          <a:p xmlns:a="http://schemas.openxmlformats.org/drawingml/2006/main">
            <a:r>
              <a:t>- C:\Users\otyag\Documents\NURO\_deck_build\product-overview\client-slot-v2-work\captures\home.png (current UI capture)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C:\Users\otyag\Documents\NURO\src\lib\content.js (task catalog)</a:t>
            </a:r>
          </a:p>
          <a:p xmlns:a="http://schemas.openxmlformats.org/drawingml/2006/main">
            <a:r>
              <a:t>- C:\Users\otyag\Documents\NURO\src\lib\slot.js (sequential stop task)</a:t>
            </a:r>
          </a:p>
          <a:p xmlns:a="http://schemas.openxmlformats.org/drawingml/2006/main">
            <a:r>
              <a:t>- C:\Users\otyag\Documents\NURO\_deck_build\product-overview\client-slot-v2-work\captures (current task captures)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C:\Users\otyag\Documents\NURO\src\lib\content.js (learning content)</a:t>
            </a:r>
          </a:p>
          <a:p xmlns:a="http://schemas.openxmlformats.org/drawingml/2006/main">
            <a:r>
              <a:t>- C:\Users\otyag\Documents\NURO\src\views (learning views)</a:t>
            </a:r>
          </a:p>
          <a:p xmlns:a="http://schemas.openxmlformats.org/drawingml/2006/main">
            <a:r>
              <a:t>- C:\Users\otyag\Documents\NURO\_deck_build\product-overview\client-slot-v2-work\captures (current learning captures)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C:\Users\otyag\Documents\NURO\src\lib\slot.js (three-reel sequential input)</a:t>
            </a:r>
          </a:p>
          <a:p xmlns:a="http://schemas.openxmlformats.org/drawingml/2006/main">
            <a:r>
              <a:t>- C:\Users\otyag\Documents\NURO\src\lib\slotJudge.js (timing judgment)</a:t>
            </a:r>
          </a:p>
          <a:p xmlns:a="http://schemas.openxmlformats.org/drawingml/2006/main">
            <a:r>
              <a:t>- C:\Users\otyag\Documents\NURO\src\lib\slotCsv.js (stored and exported fields)</a:t>
            </a:r>
          </a:p>
          <a:p xmlns:a="http://schemas.openxmlformats.org/drawingml/2006/main">
            <a:r>
              <a:t>- C:\Users\otyag\Documents\NURO\_deck_build\product-overview\client-slot-v2-work\captures\game-slot.png (current UI capture)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C:\Users\otyag\Documents\NURO\src\App.svelte (supporter settings UI)</a:t>
            </a:r>
          </a:p>
          <a:p xmlns:a="http://schemas.openxmlformats.org/drawingml/2006/main">
            <a:r>
              <a:t>- C:\Users\otyag\Documents\NURO\src\lib\settings.js (settings model)</a:t>
            </a:r>
          </a:p>
          <a:p xmlns:a="http://schemas.openxmlformats.org/drawingml/2006/main">
            <a:r>
              <a:t>- C:\Users\otyag\Documents\NURO\src\lib\state.js (state persistence)</a:t>
            </a:r>
          </a:p>
          <a:p xmlns:a="http://schemas.openxmlformats.org/drawingml/2006/main">
            <a:r>
              <a:t>- C:\Users\otyag\Documents\NURO\_deck_build\product-overview\client-slot-v2-work\captures\settings.png (current UI capture)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C:\Users\otyag\Documents\NURO\src\lib\log.js (session log rendering)</a:t>
            </a:r>
          </a:p>
          <a:p xmlns:a="http://schemas.openxmlformats.org/drawingml/2006/main">
            <a:r>
              <a:t>- C:\Users\otyag\Documents\NURO\src\lib\slotState.js (slot session state)</a:t>
            </a:r>
          </a:p>
          <a:p xmlns:a="http://schemas.openxmlformats.org/drawingml/2006/main">
            <a:r>
              <a:t>- C:\Users\otyag\Documents\NURO\_deck_build\product-overview\client-slot-v2-work\captures\log.png (current UI capture)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C:\Users\otyag\Documents\NURO\tests (slot, persistence, CSV, and responsive E2E tests)</a:t>
            </a:r>
          </a:p>
          <a:p xmlns:a="http://schemas.openxmlformats.org/drawingml/2006/main">
            <a:r>
              <a:t>- C:\Users\otyag\Documents\NURO\README.md (current verification status and device-validation boundary)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186dc4bce47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59178c8e84d08" /><Relationship Type="http://schemas.openxmlformats.org/officeDocument/2006/relationships/slideLayout" Target="/ppt/slideLayouts/slideLayout1.xml" Id="R48c467ef80c2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467ef80c2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f0fec68394ced" /><Relationship Type="http://schemas.openxmlformats.org/officeDocument/2006/relationships/notesSlide" Target="/ppt/notesSlides/notesSlide1.xml" Id="R992d809967e9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c3b28f6914492" /><Relationship Type="http://schemas.openxmlformats.org/officeDocument/2006/relationships/notesSlide" Target="/ppt/notesSlides/notesSlide2.xml" Id="R52ae89da71eb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a1cb5448643d2" /><Relationship Type="http://schemas.openxmlformats.org/officeDocument/2006/relationships/image" Target="/ppt/media/image.png" Id="Ra4774c4a1b1b4b61" /><Relationship Type="http://schemas.openxmlformats.org/officeDocument/2006/relationships/notesSlide" Target="/ppt/notesSlides/notesSlide3.xml" Id="R1137cb6c3db344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017f37694f5f" /><Relationship Type="http://schemas.openxmlformats.org/officeDocument/2006/relationships/image" Target="/ppt/media/image2.png" Id="R8d7117938dcb42d7" /><Relationship Type="http://schemas.openxmlformats.org/officeDocument/2006/relationships/image" Target="/ppt/media/image3.png" Id="Ra68c4ab5141149c8" /><Relationship Type="http://schemas.openxmlformats.org/officeDocument/2006/relationships/image" Target="/ppt/media/image4.png" Id="R27e602edb7d5433c" /><Relationship Type="http://schemas.openxmlformats.org/officeDocument/2006/relationships/image" Target="/ppt/media/image5.png" Id="R044f8e08b97f4b1f" /><Relationship Type="http://schemas.openxmlformats.org/officeDocument/2006/relationships/notesSlide" Target="/ppt/notesSlides/notesSlide4.xml" Id="Rd8a53a00bf36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153583064c9a" /><Relationship Type="http://schemas.openxmlformats.org/officeDocument/2006/relationships/image" Target="/ppt/media/image6.png" Id="R4c34770707734e66" /><Relationship Type="http://schemas.openxmlformats.org/officeDocument/2006/relationships/image" Target="/ppt/media/image7.png" Id="Rdab0cf82bbc14396" /><Relationship Type="http://schemas.openxmlformats.org/officeDocument/2006/relationships/image" Target="/ppt/media/image8.png" Id="R067308ac7c874ba8" /><Relationship Type="http://schemas.openxmlformats.org/officeDocument/2006/relationships/notesSlide" Target="/ppt/notesSlides/notesSlide5.xml" Id="R8c03f39cb1754c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0057b5cf741d5" /><Relationship Type="http://schemas.openxmlformats.org/officeDocument/2006/relationships/image" Target="/ppt/media/image9.png" Id="R4b065b2d439b406a" /><Relationship Type="http://schemas.openxmlformats.org/officeDocument/2006/relationships/notesSlide" Target="/ppt/notesSlides/notesSlide6.xml" Id="R3a154fc5d9aa4d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f6cd042df4dbb" /><Relationship Type="http://schemas.openxmlformats.org/officeDocument/2006/relationships/image" Target="/ppt/media/image10.png" Id="R89be947b7e4244aa" /><Relationship Type="http://schemas.openxmlformats.org/officeDocument/2006/relationships/notesSlide" Target="/ppt/notesSlides/notesSlide7.xml" Id="R2279741648fe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32d331e8f4a8c" /><Relationship Type="http://schemas.openxmlformats.org/officeDocument/2006/relationships/image" Target="/ppt/media/image11.png" Id="R221cfb639be747ff" /><Relationship Type="http://schemas.openxmlformats.org/officeDocument/2006/relationships/notesSlide" Target="/ppt/notesSlides/notesSlide8.xml" Id="Rb6ee17fff694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49f3ef51848cc" /><Relationship Type="http://schemas.openxmlformats.org/officeDocument/2006/relationships/notesSlide" Target="/ppt/notesSlides/notesSlide9.xml" Id="Rca096e145d634a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0B2A4AD4-81CF-4533-91EA-DC7DDF89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NEURONODE</a:t>
            </a:r>
          </a:p>
        </p:txBody>
      </p:sp>
      <p:sp>
        <p:nvSpPr>
          <p:cNvPr id="2" name="slide-1-accent">
            <a:extLst xmlns:a="http://schemas.openxmlformats.org/drawingml/2006/main">
              <a:ext uri="{FF2B5EF4-FFF2-40B4-BE49-F238E27FC236}">
                <a16:creationId xmlns:a16="http://schemas.microsoft.com/office/drawing/2014/main" id="{30C6CE40-A9EE-42C6-81AD-D70F5708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33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  <a:prstDash val="solid"/>
          </a:ln>
        </p:spPr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716FDBE6-8A11-4DD1-A7F0-D21CDEC8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8107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NeuroNode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製品概要</a:t>
            </a:r>
          </a:p>
        </p:txBody>
      </p:sp>
      <p:sp>
        <p:nvSpPr>
          <p:cNvPr id="4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6B8CBA8F-6062-4CC4-931B-9B10357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一つの入力で操作する学習・評価アプリ</a:t>
            </a:r>
          </a:p>
        </p:txBody>
      </p:sp>
      <p:sp>
        <p:nvSpPr>
          <p:cNvPr id="5" name="slide-1-date">
            <a:extLst xmlns:a="http://schemas.openxmlformats.org/drawingml/2006/main">
              <a:ext uri="{FF2B5EF4-FFF2-40B4-BE49-F238E27FC236}">
                <a16:creationId xmlns:a16="http://schemas.microsoft.com/office/drawing/2014/main" id="{FE6F61C7-29BA-4F53-AD4F-EC1BF70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CLIENT OVERVIEW · 2026.08</a:t>
            </a:r>
          </a:p>
        </p:txBody>
      </p:sp>
    </p:spTree>
    <p:extLst>
      <p:ext uri="{BB962C8B-B14F-4D97-AF65-F5344CB8AC3E}">
        <p14:creationId xmlns:p14="http://schemas.microsoft.com/office/powerpoint/2010/main" val="1508607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BBC23E2-DEA4-4193-8FA2-B3063BA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利用者の操作と、支援者の設定・確認を分けています</a:t>
            </a:r>
          </a:p>
        </p:txBody>
      </p:sp>
      <p:sp>
        <p:nvSpPr>
          <p:cNvPr id="2" name="slide-2-user-number">
            <a:extLst xmlns:a="http://schemas.openxmlformats.org/drawingml/2006/main">
              <a:ext uri="{FF2B5EF4-FFF2-40B4-BE49-F238E27FC236}">
                <a16:creationId xmlns:a16="http://schemas.microsoft.com/office/drawing/2014/main" id="{FF0CCEEE-92A3-42D0-B53D-3700BDCB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" name="slide-2-user-title">
            <a:extLst xmlns:a="http://schemas.openxmlformats.org/drawingml/2006/main">
              <a:ext uri="{FF2B5EF4-FFF2-40B4-BE49-F238E27FC236}">
                <a16:creationId xmlns:a16="http://schemas.microsoft.com/office/drawing/2014/main" id="{1D1B5BED-B01D-4A89-9CC4-BDF6032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使う人</a:t>
            </a:r>
          </a:p>
        </p:txBody>
      </p:sp>
      <p:sp>
        <p:nvSpPr>
          <p:cNvPr id="4" name="slide-2-user-body">
            <a:extLst xmlns:a="http://schemas.openxmlformats.org/drawingml/2006/main">
              <a:ext uri="{FF2B5EF4-FFF2-40B4-BE49-F238E27FC236}">
                <a16:creationId xmlns:a16="http://schemas.microsoft.com/office/drawing/2014/main" id="{7AE31757-34A8-4C2F-B7EC-D0DA83C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走査中の項目を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一つの入力で選択</a:t>
            </a:r>
          </a:p>
        </p:txBody>
      </p:sp>
      <p:sp>
        <p:nvSpPr>
          <p:cNvPr id="5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42FBE346-186C-41E6-85FB-9280F4A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47800"/>
            <a:ext cx="381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FBD"/>
          </a:solidFill>
          <a:ln xmlns:a="http://schemas.openxmlformats.org/drawingml/2006/main" w="0">
            <a:solidFill>
              <a:srgbClr val="B8BFBD"/>
            </a:solidFill>
            <a:prstDash val="solid"/>
          </a:ln>
        </p:spPr>
      </p:sp>
      <p:sp>
        <p:nvSpPr>
          <p:cNvPr id="6" name="slide-2-shared-node">
            <a:extLst xmlns:a="http://schemas.openxmlformats.org/drawingml/2006/main">
              <a:ext uri="{FF2B5EF4-FFF2-40B4-BE49-F238E27FC236}">
                <a16:creationId xmlns:a16="http://schemas.microsoft.com/office/drawing/2014/main" id="{F3AB46BF-820A-4382-9897-C15F7B1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slide-2-shared-plus">
            <a:extLst xmlns:a="http://schemas.openxmlformats.org/drawingml/2006/main">
              <a:ext uri="{FF2B5EF4-FFF2-40B4-BE49-F238E27FC236}">
                <a16:creationId xmlns:a16="http://schemas.microsoft.com/office/drawing/2014/main" id="{5D43EC33-261E-43FB-8124-BF90C19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575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8" name="slide-2-support-number">
            <a:extLst xmlns:a="http://schemas.openxmlformats.org/drawingml/2006/main">
              <a:ext uri="{FF2B5EF4-FFF2-40B4-BE49-F238E27FC236}">
                <a16:creationId xmlns:a16="http://schemas.microsoft.com/office/drawing/2014/main" id="{C576D3F8-C17C-4154-B407-F672E1D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430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8A33D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slide-2-support-title">
            <a:extLst xmlns:a="http://schemas.openxmlformats.org/drawingml/2006/main">
              <a:ext uri="{FF2B5EF4-FFF2-40B4-BE49-F238E27FC236}">
                <a16:creationId xmlns:a16="http://schemas.microsoft.com/office/drawing/2014/main" id="{DEFCCCBC-18AD-456D-84B0-4C716C3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支える人</a:t>
            </a:r>
          </a:p>
        </p:txBody>
      </p:sp>
      <p:sp>
        <p:nvSpPr>
          <p:cNvPr id="10" name="slide-2-support-body">
            <a:extLst xmlns:a="http://schemas.openxmlformats.org/drawingml/2006/main">
              <a:ext uri="{FF2B5EF4-FFF2-40B4-BE49-F238E27FC236}">
                <a16:creationId xmlns:a16="http://schemas.microsoft.com/office/drawing/2014/main" id="{09E1DA43-1FE1-431E-ABFA-E007BAF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表示や課題条件を設定し、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終了後の記録を確認</a:t>
            </a:r>
          </a:p>
        </p:txBody>
      </p:sp>
      <p:sp>
        <p:nvSpPr>
          <p:cNvPr id="11" name="slide-2-summary-rule">
            <a:extLst xmlns:a="http://schemas.openxmlformats.org/drawingml/2006/main">
              <a:ext uri="{FF2B5EF4-FFF2-40B4-BE49-F238E27FC236}">
                <a16:creationId xmlns:a16="http://schemas.microsoft.com/office/drawing/2014/main" id="{9076BBF2-0713-4CBF-A2CA-3D7FCA2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C7774"/>
            </a:solidFill>
            <a:prstDash val="solid"/>
          </a:ln>
        </p:spPr>
      </p:sp>
      <p:sp>
        <p:nvSpPr>
          <p:cNvPr id="12" name="slide-2-summary">
            <a:extLst xmlns:a="http://schemas.openxmlformats.org/drawingml/2006/main">
              <a:ext uri="{FF2B5EF4-FFF2-40B4-BE49-F238E27FC236}">
                <a16:creationId xmlns:a16="http://schemas.microsoft.com/office/drawing/2014/main" id="{08E1A407-842D-46A1-A020-1FFD723E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57800"/>
            <a:ext cx="826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利用画面と支援者画面は、役割に応じて切り替えます。</a:t>
            </a:r>
          </a:p>
        </p:txBody>
      </p:sp>
      <p:sp>
        <p:nvSpPr>
          <p:cNvPr id="13" name="slide-2-footer-rule">
            <a:extLst xmlns:a="http://schemas.openxmlformats.org/drawingml/2006/main">
              <a:ext uri="{FF2B5EF4-FFF2-40B4-BE49-F238E27FC236}">
                <a16:creationId xmlns:a16="http://schemas.microsoft.com/office/drawing/2014/main" id="{D1890E4F-673B-4770-95D6-50BDF3F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4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3B1C6394-6C6A-4189-ADCB-1B4E422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15" name="slide-2-footer-page">
            <a:extLst xmlns:a="http://schemas.openxmlformats.org/drawingml/2006/main">
              <a:ext uri="{FF2B5EF4-FFF2-40B4-BE49-F238E27FC236}">
                <a16:creationId xmlns:a16="http://schemas.microsoft.com/office/drawing/2014/main" id="{02A76040-2C12-4063-8723-448EDBBB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00500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3638918-28A1-4153-9C3D-3C172652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ホームで選び、課題中は画面全体を入力に使います</a:t>
            </a:r>
          </a:p>
        </p:txBody>
      </p:sp>
      <p:sp>
        <p:nvSpPr>
          <p:cNvPr id="2" name="slide-3-home-backing">
            <a:extLst xmlns:a="http://schemas.openxmlformats.org/drawingml/2006/main">
              <a:ext uri="{FF2B5EF4-FFF2-40B4-BE49-F238E27FC236}">
                <a16:creationId xmlns:a16="http://schemas.microsoft.com/office/drawing/2014/main" id="{D61144E9-2D22-45A0-B865-B277E5D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74c4a1b1b4b61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19100" y="1371600"/>
            <a:ext cx="7200900" cy="4629150"/>
          </a:xfrm>
          <a:prstGeom xmlns:a="http://schemas.openxmlformats.org/drawingml/2006/main" prst="roundRect">
            <a:avLst/>
          </a:prstGeom>
        </p:spPr>
      </p:pic>
      <p:sp>
        <p:nvSpPr>
          <p:cNvPr id="4" name="slide-3-01-number">
            <a:extLst xmlns:a="http://schemas.openxmlformats.org/drawingml/2006/main">
              <a:ext uri="{FF2B5EF4-FFF2-40B4-BE49-F238E27FC236}">
                <a16:creationId xmlns:a16="http://schemas.microsoft.com/office/drawing/2014/main" id="{5E8FC6FA-D133-4E71-ADB4-8521D077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slide-3-01-title">
            <a:extLst xmlns:a="http://schemas.openxmlformats.org/drawingml/2006/main">
              <a:ext uri="{FF2B5EF4-FFF2-40B4-BE49-F238E27FC236}">
                <a16:creationId xmlns:a16="http://schemas.microsoft.com/office/drawing/2014/main" id="{BE5987D4-381B-44FB-BE87-5AB80372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43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項目を走査</a:t>
            </a:r>
          </a:p>
        </p:txBody>
      </p:sp>
      <p:sp>
        <p:nvSpPr>
          <p:cNvPr id="6" name="slide-3-01-body">
            <a:extLst xmlns:a="http://schemas.openxmlformats.org/drawingml/2006/main">
              <a:ext uri="{FF2B5EF4-FFF2-40B4-BE49-F238E27FC236}">
                <a16:creationId xmlns:a16="http://schemas.microsoft.com/office/drawing/2014/main" id="{2B806310-C17D-47C3-8BB8-0D83AF1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候補が順番にハイライト</a:t>
            </a:r>
          </a:p>
        </p:txBody>
      </p:sp>
      <p:sp>
        <p:nvSpPr>
          <p:cNvPr id="7" name="slide-3-01-rule">
            <a:extLst xmlns:a="http://schemas.openxmlformats.org/drawingml/2006/main">
              <a:ext uri="{FF2B5EF4-FFF2-40B4-BE49-F238E27FC236}">
                <a16:creationId xmlns:a16="http://schemas.microsoft.com/office/drawing/2014/main" id="{5C023DF5-1DF5-4036-844D-D688CD4A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8" name="slide-3-02-number">
            <a:extLst xmlns:a="http://schemas.openxmlformats.org/drawingml/2006/main">
              <a:ext uri="{FF2B5EF4-FFF2-40B4-BE49-F238E27FC236}">
                <a16:creationId xmlns:a16="http://schemas.microsoft.com/office/drawing/2014/main" id="{CD001B25-A68B-402D-8CE1-873BA6B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8A33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slide-3-02-title">
            <a:extLst xmlns:a="http://schemas.openxmlformats.org/drawingml/2006/main">
              <a:ext uri="{FF2B5EF4-FFF2-40B4-BE49-F238E27FC236}">
                <a16:creationId xmlns:a16="http://schemas.microsoft.com/office/drawing/2014/main" id="{C2ADCD2D-277A-4680-9D43-EC2F241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入力して選択</a:t>
            </a:r>
          </a:p>
        </p:txBody>
      </p:sp>
      <p:sp>
        <p:nvSpPr>
          <p:cNvPr id="10" name="slide-3-02-body">
            <a:extLst xmlns:a="http://schemas.openxmlformats.org/drawingml/2006/main">
              <a:ext uri="{FF2B5EF4-FFF2-40B4-BE49-F238E27FC236}">
                <a16:creationId xmlns:a16="http://schemas.microsoft.com/office/drawing/2014/main" id="{3F9F5C96-D844-4D5D-9F59-3567FF6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選択した画面を開く</a:t>
            </a:r>
          </a:p>
        </p:txBody>
      </p:sp>
      <p:sp>
        <p:nvSpPr>
          <p:cNvPr id="11" name="slide-3-02-rule">
            <a:extLst xmlns:a="http://schemas.openxmlformats.org/drawingml/2006/main">
              <a:ext uri="{FF2B5EF4-FFF2-40B4-BE49-F238E27FC236}">
                <a16:creationId xmlns:a16="http://schemas.microsoft.com/office/drawing/2014/main" id="{0D25E149-4301-446B-AED9-64A3D00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2" name="slide-3-03-number">
            <a:extLst xmlns:a="http://schemas.openxmlformats.org/drawingml/2006/main">
              <a:ext uri="{FF2B5EF4-FFF2-40B4-BE49-F238E27FC236}">
                <a16:creationId xmlns:a16="http://schemas.microsoft.com/office/drawing/2014/main" id="{197B7238-C831-4217-9D93-5DACF04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slide-3-03-title">
            <a:extLst xmlns:a="http://schemas.openxmlformats.org/drawingml/2006/main">
              <a:ext uri="{FF2B5EF4-FFF2-40B4-BE49-F238E27FC236}">
                <a16:creationId xmlns:a16="http://schemas.microsoft.com/office/drawing/2014/main" id="{7AD5247D-95CF-4EF9-A48B-857EAE07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課題中に入力</a:t>
            </a:r>
          </a:p>
        </p:txBody>
      </p:sp>
      <p:sp>
        <p:nvSpPr>
          <p:cNvPr id="14" name="slide-3-03-body">
            <a:extLst xmlns:a="http://schemas.openxmlformats.org/drawingml/2006/main">
              <a:ext uri="{FF2B5EF4-FFF2-40B4-BE49-F238E27FC236}">
                <a16:creationId xmlns:a16="http://schemas.microsoft.com/office/drawing/2014/main" id="{D67B217F-D15C-4C0A-87E4-79B53DA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課題ごとの操作として受け取る</a:t>
            </a:r>
          </a:p>
        </p:txBody>
      </p:sp>
      <p:sp>
        <p:nvSpPr>
          <p:cNvPr id="15" name="slide-3-footer-rule">
            <a:extLst xmlns:a="http://schemas.openxmlformats.org/drawingml/2006/main">
              <a:ext uri="{FF2B5EF4-FFF2-40B4-BE49-F238E27FC236}">
                <a16:creationId xmlns:a16="http://schemas.microsoft.com/office/drawing/2014/main" id="{9E2AA6C4-9141-4F42-9C38-8BB4AD4E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6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3C01D2D7-7C8A-4607-9536-5E42DC51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17" name="slide-3-footer-page">
            <a:extLst xmlns:a="http://schemas.openxmlformats.org/drawingml/2006/main">
              <a:ext uri="{FF2B5EF4-FFF2-40B4-BE49-F238E27FC236}">
                <a16:creationId xmlns:a16="http://schemas.microsoft.com/office/drawing/2014/main" id="{116F4A02-19D1-4D5C-9862-49555E3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981599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C1818FB-5F61-49BF-AE34-6E2C15D0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代表的な4課題を、同じ一入力で操作できます</a:t>
            </a:r>
          </a:p>
        </p:txBody>
      </p:sp>
      <p:sp>
        <p:nvSpPr>
          <p:cNvPr id="2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67CE7FC0-2761-43A3-BA53-CAFBDDD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反応、逐次停止、位置選択、待機後の入力を、実際の画面で練習します。</a:t>
            </a:r>
          </a:p>
        </p:txBody>
      </p:sp>
      <p:sp>
        <p:nvSpPr>
          <p:cNvPr id="3" name="slide-4-color-backing">
            <a:extLst xmlns:a="http://schemas.openxmlformats.org/drawingml/2006/main">
              <a:ext uri="{FF2B5EF4-FFF2-40B4-BE49-F238E27FC236}">
                <a16:creationId xmlns:a16="http://schemas.microsoft.com/office/drawing/2014/main" id="{FEC3CB9D-BC29-4F20-A0EE-3D753E9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600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117938dcb42d7"/>
          <a:srcRect xmlns:a="http://schemas.openxmlformats.org/drawingml/2006/main" l="0" t="18767" r="0" b="18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47800"/>
            <a:ext cx="5562600" cy="2171700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5" name="slide-4-color-accent">
            <a:extLst xmlns:a="http://schemas.openxmlformats.org/drawingml/2006/main">
              <a:ext uri="{FF2B5EF4-FFF2-40B4-BE49-F238E27FC236}">
                <a16:creationId xmlns:a16="http://schemas.microsoft.com/office/drawing/2014/main" id="{242DF583-B878-484C-8BEA-25AACB0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  <a:prstDash val="solid"/>
          </a:ln>
        </p:spPr>
      </p:sp>
      <p:sp>
        <p:nvSpPr>
          <p:cNvPr id="6" name="slide-4-color-label">
            <a:extLst xmlns:a="http://schemas.openxmlformats.org/drawingml/2006/main">
              <a:ext uri="{FF2B5EF4-FFF2-40B4-BE49-F238E27FC236}">
                <a16:creationId xmlns:a16="http://schemas.microsoft.com/office/drawing/2014/main" id="{9F0E142E-96AE-4092-B4F7-06C77FD3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62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色と音</a:t>
            </a:r>
          </a:p>
        </p:txBody>
      </p:sp>
      <p:sp>
        <p:nvSpPr>
          <p:cNvPr id="7" name="slide-4-rhythm-backing">
            <a:extLst xmlns:a="http://schemas.openxmlformats.org/drawingml/2006/main">
              <a:ext uri="{FF2B5EF4-FFF2-40B4-BE49-F238E27FC236}">
                <a16:creationId xmlns:a16="http://schemas.microsoft.com/office/drawing/2014/main" id="{1D62584F-F335-4E48-A0E3-86A6491F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600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c4ab5141149c8"/>
          <a:srcRect xmlns:a="http://schemas.openxmlformats.org/drawingml/2006/main" l="0" t="15297" r="0" b="15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447800"/>
            <a:ext cx="5562600" cy="2171700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9" name="slide-4-rhythm-accent">
            <a:extLst xmlns:a="http://schemas.openxmlformats.org/drawingml/2006/main">
              <a:ext uri="{FF2B5EF4-FFF2-40B4-BE49-F238E27FC236}">
                <a16:creationId xmlns:a16="http://schemas.microsoft.com/office/drawing/2014/main" id="{09AE6C56-B7AA-45B9-8A04-B7705BF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0">
            <a:solidFill>
              <a:srgbClr val="1C7774"/>
            </a:solidFill>
            <a:prstDash val="solid"/>
          </a:ln>
        </p:spPr>
      </p:sp>
      <p:sp>
        <p:nvSpPr>
          <p:cNvPr id="10" name="slide-4-rhythm-label">
            <a:extLst xmlns:a="http://schemas.openxmlformats.org/drawingml/2006/main">
              <a:ext uri="{FF2B5EF4-FFF2-40B4-BE49-F238E27FC236}">
                <a16:creationId xmlns:a16="http://schemas.microsoft.com/office/drawing/2014/main" id="{7E71455F-6351-4670-9E4A-6C37FA31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図形を止める</a:t>
            </a:r>
          </a:p>
        </p:txBody>
      </p:sp>
      <p:sp>
        <p:nvSpPr>
          <p:cNvPr id="11" name="slide-4-crane-backing">
            <a:extLst xmlns:a="http://schemas.openxmlformats.org/drawingml/2006/main">
              <a:ext uri="{FF2B5EF4-FFF2-40B4-BE49-F238E27FC236}">
                <a16:creationId xmlns:a16="http://schemas.microsoft.com/office/drawing/2014/main" id="{374C1825-D3AC-4C2B-86EF-B0C83AFA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600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602edb7d5433c"/>
          <a:srcRect xmlns:a="http://schemas.openxmlformats.org/drawingml/2006/main" l="0" t="15297" r="0" b="15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3924300"/>
            <a:ext cx="5562600" cy="2171700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13" name="slide-4-crane-accent">
            <a:extLst xmlns:a="http://schemas.openxmlformats.org/drawingml/2006/main">
              <a:ext uri="{FF2B5EF4-FFF2-40B4-BE49-F238E27FC236}">
                <a16:creationId xmlns:a16="http://schemas.microsoft.com/office/drawing/2014/main" id="{0E35DB92-F018-45EE-8A99-F2522922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0">
            <a:solidFill>
              <a:srgbClr val="1C7774"/>
            </a:solidFill>
            <a:prstDash val="solid"/>
          </a:ln>
        </p:spPr>
      </p:sp>
      <p:sp>
        <p:nvSpPr>
          <p:cNvPr id="14" name="slide-4-crane-label">
            <a:extLst xmlns:a="http://schemas.openxmlformats.org/drawingml/2006/main">
              <a:ext uri="{FF2B5EF4-FFF2-40B4-BE49-F238E27FC236}">
                <a16:creationId xmlns:a16="http://schemas.microsoft.com/office/drawing/2014/main" id="{3AC835DD-26D1-42C0-8D9D-598D416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386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UFO</a:t>
            </a:r>
          </a:p>
        </p:txBody>
      </p:sp>
      <p:sp>
        <p:nvSpPr>
          <p:cNvPr id="15" name="slide-4-fishing-backing">
            <a:extLst xmlns:a="http://schemas.openxmlformats.org/drawingml/2006/main">
              <a:ext uri="{FF2B5EF4-FFF2-40B4-BE49-F238E27FC236}">
                <a16:creationId xmlns:a16="http://schemas.microsoft.com/office/drawing/2014/main" id="{609EE82D-A331-41AC-81DA-B11950FF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600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f8e08b97f4b1f"/>
          <a:srcRect xmlns:a="http://schemas.openxmlformats.org/drawingml/2006/main" l="0" t="15297" r="0" b="15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10300" y="3924300"/>
            <a:ext cx="5562600" cy="2171700"/>
          </a:xfrm>
          <a:prstGeom xmlns:a="http://schemas.openxmlformats.org/drawingml/2006/main" prst="roundRect">
            <a:avLst/>
          </a:prstGeom>
        </p:spPr>
      </p:pic>
      <p:sp>
        <p:nvSpPr>
          <p:cNvPr id="17" name="slide-4-fishing-accent">
            <a:extLst xmlns:a="http://schemas.openxmlformats.org/drawingml/2006/main">
              <a:ext uri="{FF2B5EF4-FFF2-40B4-BE49-F238E27FC236}">
                <a16:creationId xmlns:a16="http://schemas.microsoft.com/office/drawing/2014/main" id="{BDD0D206-EDAF-4765-A591-1097889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  <a:prstDash val="solid"/>
          </a:ln>
        </p:spPr>
      </p:sp>
      <p:sp>
        <p:nvSpPr>
          <p:cNvPr id="18" name="slide-4-fishing-label">
            <a:extLst xmlns:a="http://schemas.openxmlformats.org/drawingml/2006/main">
              <a:ext uri="{FF2B5EF4-FFF2-40B4-BE49-F238E27FC236}">
                <a16:creationId xmlns:a16="http://schemas.microsoft.com/office/drawing/2014/main" id="{2102F227-3854-4852-98D8-3266B32C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386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釣り</a:t>
            </a:r>
          </a:p>
        </p:txBody>
      </p:sp>
      <p:sp>
        <p:nvSpPr>
          <p:cNvPr id="19" name="slide-4-footer-rule">
            <a:extLst xmlns:a="http://schemas.openxmlformats.org/drawingml/2006/main">
              <a:ext uri="{FF2B5EF4-FFF2-40B4-BE49-F238E27FC236}">
                <a16:creationId xmlns:a16="http://schemas.microsoft.com/office/drawing/2014/main" id="{B4828B37-A1BA-4C22-95D2-2FE2D52A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20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4666D6CE-74FC-4AAA-86A8-55CD4076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21" name="slide-4-footer-page">
            <a:extLst xmlns:a="http://schemas.openxmlformats.org/drawingml/2006/main">
              <a:ext uri="{FF2B5EF4-FFF2-40B4-BE49-F238E27FC236}">
                <a16:creationId xmlns:a16="http://schemas.microsoft.com/office/drawing/2014/main" id="{A5AD3C18-F2B8-41A0-AEE6-F109AF66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494095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985A009-8AD8-452F-B288-E3E12EFB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マッチング、定型句、文字学習も同じ入力で選べます</a:t>
            </a:r>
          </a:p>
        </p:txBody>
      </p:sp>
      <p:sp>
        <p:nvSpPr>
          <p:cNvPr id="2" name="slide-5-matching-backing">
            <a:extLst xmlns:a="http://schemas.openxmlformats.org/drawingml/2006/main">
              <a:ext uri="{FF2B5EF4-FFF2-40B4-BE49-F238E27FC236}">
                <a16:creationId xmlns:a16="http://schemas.microsoft.com/office/drawing/2014/main" id="{5F63B748-948C-42EC-A8F3-81FFE8B0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4705350"/>
          </a:xfrm>
          <a:prstGeom xmlns:a="http://schemas.openxmlformats.org/drawingml/2006/main" prst="roundRect">
            <a:avLst>
              <a:gd name="adj" fmla="val 283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4770707734e66"/>
          <a:srcRect xmlns:a="http://schemas.openxmlformats.org/drawingml/2006/main" l="6607" t="0" r="6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71600"/>
            <a:ext cx="7200900" cy="4667250"/>
          </a:xfrm>
          <a:prstGeom xmlns:a="http://schemas.openxmlformats.org/drawingml/2006/main" prst="roundRect">
            <a:avLst>
              <a:gd name="adj" fmla="val 2449"/>
            </a:avLst>
          </a:prstGeom>
        </p:spPr>
      </p:pic>
      <p:sp>
        <p:nvSpPr>
          <p:cNvPr id="4" name="slide-5-matching-accent">
            <a:extLst xmlns:a="http://schemas.openxmlformats.org/drawingml/2006/main">
              <a:ext uri="{FF2B5EF4-FFF2-40B4-BE49-F238E27FC236}">
                <a16:creationId xmlns:a16="http://schemas.microsoft.com/office/drawing/2014/main" id="{B7B9E79A-37BA-48E0-89C7-BAFB0D13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0">
            <a:solidFill>
              <a:srgbClr val="1C7774"/>
            </a:solidFill>
            <a:prstDash val="solid"/>
          </a:ln>
        </p:spPr>
      </p:sp>
      <p:sp>
        <p:nvSpPr>
          <p:cNvPr id="5" name="slide-5-matching-label">
            <a:extLst xmlns:a="http://schemas.openxmlformats.org/drawingml/2006/main">
              <a:ext uri="{FF2B5EF4-FFF2-40B4-BE49-F238E27FC236}">
                <a16:creationId xmlns:a16="http://schemas.microsoft.com/office/drawing/2014/main" id="{2DF52167-78C0-4C24-B8BB-D050325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マッチング</a:t>
            </a:r>
          </a:p>
        </p:txBody>
      </p:sp>
      <p:sp>
        <p:nvSpPr>
          <p:cNvPr id="6" name="slide-5-voca-backing">
            <a:extLst xmlns:a="http://schemas.openxmlformats.org/drawingml/2006/main">
              <a:ext uri="{FF2B5EF4-FFF2-40B4-BE49-F238E27FC236}">
                <a16:creationId xmlns:a16="http://schemas.microsoft.com/office/drawing/2014/main" id="{96E68D9D-513E-4D7C-AA06-A3B6158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52550"/>
            <a:ext cx="3886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0cf82bbc14396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1371600"/>
            <a:ext cx="3848100" cy="2152650"/>
          </a:xfrm>
          <a:prstGeom xmlns:a="http://schemas.openxmlformats.org/drawingml/2006/main" prst="roundRect">
            <a:avLst>
              <a:gd name="adj" fmla="val 4425"/>
            </a:avLst>
          </a:prstGeom>
        </p:spPr>
      </p:pic>
      <p:sp>
        <p:nvSpPr>
          <p:cNvPr id="8" name="slide-5-voca-accent">
            <a:extLst xmlns:a="http://schemas.openxmlformats.org/drawingml/2006/main">
              <a:ext uri="{FF2B5EF4-FFF2-40B4-BE49-F238E27FC236}">
                <a16:creationId xmlns:a16="http://schemas.microsoft.com/office/drawing/2014/main" id="{9957544D-7706-49C5-9DAB-709F780C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  <a:prstDash val="solid"/>
          </a:ln>
        </p:spPr>
      </p:sp>
      <p:sp>
        <p:nvSpPr>
          <p:cNvPr id="9" name="slide-5-voca-label">
            <a:extLst xmlns:a="http://schemas.openxmlformats.org/drawingml/2006/main">
              <a:ext uri="{FF2B5EF4-FFF2-40B4-BE49-F238E27FC236}">
                <a16:creationId xmlns:a16="http://schemas.microsoft.com/office/drawing/2014/main" id="{AF35906C-516F-4CD3-B7B0-7A727B57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04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VOCA</a:t>
            </a:r>
          </a:p>
        </p:txBody>
      </p:sp>
      <p:sp>
        <p:nvSpPr>
          <p:cNvPr id="10" name="slide-5-letters-backing">
            <a:extLst xmlns:a="http://schemas.openxmlformats.org/drawingml/2006/main">
              <a:ext uri="{FF2B5EF4-FFF2-40B4-BE49-F238E27FC236}">
                <a16:creationId xmlns:a16="http://schemas.microsoft.com/office/drawing/2014/main" id="{EC28CBA2-9F86-440A-A3B4-33EEA39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3886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308ac7c874ba8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24800" y="3867150"/>
            <a:ext cx="3848100" cy="2152650"/>
          </a:xfrm>
          <a:prstGeom xmlns:a="http://schemas.openxmlformats.org/drawingml/2006/main" prst="roundRect">
            <a:avLst/>
          </a:prstGeom>
        </p:spPr>
      </p:pic>
      <p:sp>
        <p:nvSpPr>
          <p:cNvPr id="12" name="slide-5-letters-accent">
            <a:extLst xmlns:a="http://schemas.openxmlformats.org/drawingml/2006/main">
              <a:ext uri="{FF2B5EF4-FFF2-40B4-BE49-F238E27FC236}">
                <a16:creationId xmlns:a16="http://schemas.microsoft.com/office/drawing/2014/main" id="{FE6B6C6E-160F-4582-AF83-8CDCD442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0">
            <a:solidFill>
              <a:srgbClr val="1C7774"/>
            </a:solidFill>
            <a:prstDash val="solid"/>
          </a:ln>
        </p:spPr>
      </p:sp>
      <p:sp>
        <p:nvSpPr>
          <p:cNvPr id="13" name="slide-5-letters-label">
            <a:extLst xmlns:a="http://schemas.openxmlformats.org/drawingml/2006/main">
              <a:ext uri="{FF2B5EF4-FFF2-40B4-BE49-F238E27FC236}">
                <a16:creationId xmlns:a16="http://schemas.microsoft.com/office/drawing/2014/main" id="{7C968D7C-7386-4C4B-B487-5B1484A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005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文字</a:t>
            </a:r>
          </a:p>
        </p:txBody>
      </p:sp>
      <p:sp>
        <p:nvSpPr>
          <p:cNvPr id="14" name="slide-5-footer-rule">
            <a:extLst xmlns:a="http://schemas.openxmlformats.org/drawingml/2006/main">
              <a:ext uri="{FF2B5EF4-FFF2-40B4-BE49-F238E27FC236}">
                <a16:creationId xmlns:a16="http://schemas.microsoft.com/office/drawing/2014/main" id="{85291F10-9F0E-4FC4-9A20-888C68D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5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3CE0CD0C-2C0B-4F23-BC63-457ABD91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16" name="slide-5-footer-page">
            <a:extLst xmlns:a="http://schemas.openxmlformats.org/drawingml/2006/main">
              <a:ext uri="{FF2B5EF4-FFF2-40B4-BE49-F238E27FC236}">
                <a16:creationId xmlns:a16="http://schemas.microsoft.com/office/drawing/2014/main" id="{B4D1084E-F8D0-4D68-BA8F-8B76726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42422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B526BBA-112F-49EE-A615-7CD8832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図形は左から順に止め、各入力を保存します</a:t>
            </a:r>
          </a:p>
        </p:txBody>
      </p:sp>
      <p:sp>
        <p:nvSpPr>
          <p:cNvPr id="2" name="slide-6-lead">
            <a:extLst xmlns:a="http://schemas.openxmlformats.org/drawingml/2006/main">
              <a:ext uri="{FF2B5EF4-FFF2-40B4-BE49-F238E27FC236}">
                <a16:creationId xmlns:a16="http://schemas.microsoft.com/office/drawing/2014/main" id="{A83BE324-07FE-4D31-A6D6-16E86B7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動いている図形を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左・中央・右の順に止めます。</a:t>
            </a:r>
          </a:p>
        </p:txBody>
      </p:sp>
      <p:sp>
        <p:nvSpPr>
          <p:cNvPr id="3" name="slide-6-body">
            <a:extLst xmlns:a="http://schemas.openxmlformats.org/drawingml/2006/main">
              <a:ext uri="{FF2B5EF4-FFF2-40B4-BE49-F238E27FC236}">
                <a16:creationId xmlns:a16="http://schemas.microsoft.com/office/drawing/2014/main" id="{DF82D9E4-6478-4C31-AA6D-9C61B1D3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対象列、停止時刻、図形を保存し、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中心からのずれと判定も残します。</a:t>
            </a:r>
          </a:p>
        </p:txBody>
      </p:sp>
      <p:sp>
        <p:nvSpPr>
          <p:cNvPr id="4" name="slide-6-cue">
            <a:extLst xmlns:a="http://schemas.openxmlformats.org/drawingml/2006/main">
              <a:ext uri="{FF2B5EF4-FFF2-40B4-BE49-F238E27FC236}">
                <a16:creationId xmlns:a16="http://schemas.microsoft.com/office/drawing/2014/main" id="{C403807C-A223-431E-8A09-2C8224D3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左</a:t>
            </a:r>
          </a:p>
        </p:txBody>
      </p:sp>
      <p:sp>
        <p:nvSpPr>
          <p:cNvPr id="5" name="slide-6-arrow-line">
            <a:extLst xmlns:a="http://schemas.openxmlformats.org/drawingml/2006/main">
              <a:ext uri="{FF2B5EF4-FFF2-40B4-BE49-F238E27FC236}">
                <a16:creationId xmlns:a16="http://schemas.microsoft.com/office/drawing/2014/main" id="{2536D8D4-5A28-4BED-96B0-60CF61DD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slide-6-arrow-head">
            <a:extLst xmlns:a="http://schemas.openxmlformats.org/drawingml/2006/main">
              <a:ext uri="{FF2B5EF4-FFF2-40B4-BE49-F238E27FC236}">
                <a16:creationId xmlns:a16="http://schemas.microsoft.com/office/drawing/2014/main" id="{1CA8E475-8F58-4019-B676-B99BDF1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4000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slide-6-input">
            <a:extLst xmlns:a="http://schemas.openxmlformats.org/drawingml/2006/main">
              <a:ext uri="{FF2B5EF4-FFF2-40B4-BE49-F238E27FC236}">
                <a16:creationId xmlns:a16="http://schemas.microsoft.com/office/drawing/2014/main" id="{93F83B8B-53D7-46DD-98C3-3EF36FB0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A33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右</a:t>
            </a:r>
          </a:p>
        </p:txBody>
      </p:sp>
      <p:sp>
        <p:nvSpPr>
          <p:cNvPr id="8" name="slide-6-scale-title">
            <a:extLst xmlns:a="http://schemas.openxmlformats.org/drawingml/2006/main">
              <a:ext uri="{FF2B5EF4-FFF2-40B4-BE49-F238E27FC236}">
                <a16:creationId xmlns:a16="http://schemas.microsoft.com/office/drawing/2014/main" id="{5587810B-84E5-46A2-AFE9-7A5D442A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中心からのずれ</a:t>
            </a:r>
          </a:p>
        </p:txBody>
      </p:sp>
      <p:sp>
        <p:nvSpPr>
          <p:cNvPr id="9" name="slide-6-scale">
            <a:extLst xmlns:a="http://schemas.openxmlformats.org/drawingml/2006/main">
              <a:ext uri="{FF2B5EF4-FFF2-40B4-BE49-F238E27FC236}">
                <a16:creationId xmlns:a16="http://schemas.microsoft.com/office/drawing/2014/main" id="{7FFA2F28-FC97-4161-ACE2-DDAC32A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FBD"/>
            </a:solidFill>
            <a:prstDash val="solid"/>
          </a:ln>
        </p:spPr>
      </p:sp>
      <p:sp>
        <p:nvSpPr>
          <p:cNvPr id="10" name="slide-6-scale-center">
            <a:extLst xmlns:a="http://schemas.openxmlformats.org/drawingml/2006/main">
              <a:ext uri="{FF2B5EF4-FFF2-40B4-BE49-F238E27FC236}">
                <a16:creationId xmlns:a16="http://schemas.microsoft.com/office/drawing/2014/main" id="{D1B642FB-A592-462F-A606-3A3927C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102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0">
            <a:solidFill>
              <a:srgbClr val="1C7774"/>
            </a:solidFill>
            <a:prstDash val="solid"/>
          </a:ln>
        </p:spPr>
      </p:sp>
      <p:sp>
        <p:nvSpPr>
          <p:cNvPr id="11" name="slide-6-early">
            <a:extLst xmlns:a="http://schemas.openxmlformats.org/drawingml/2006/main">
              <a:ext uri="{FF2B5EF4-FFF2-40B4-BE49-F238E27FC236}">
                <a16:creationId xmlns:a16="http://schemas.microsoft.com/office/drawing/2014/main" id="{094822E6-96DD-4092-90EC-14B67FB2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早い</a:t>
            </a:r>
          </a:p>
        </p:txBody>
      </p:sp>
      <p:sp>
        <p:nvSpPr>
          <p:cNvPr id="12" name="slide-6-perfect">
            <a:extLst xmlns:a="http://schemas.openxmlformats.org/drawingml/2006/main">
              <a:ext uri="{FF2B5EF4-FFF2-40B4-BE49-F238E27FC236}">
                <a16:creationId xmlns:a16="http://schemas.microsoft.com/office/drawing/2014/main" id="{6ECA038C-8203-4F1F-9F84-8E634F9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中心</a:t>
            </a:r>
          </a:p>
        </p:txBody>
      </p:sp>
      <p:sp>
        <p:nvSpPr>
          <p:cNvPr id="13" name="slide-6-late">
            <a:extLst xmlns:a="http://schemas.openxmlformats.org/drawingml/2006/main">
              <a:ext uri="{FF2B5EF4-FFF2-40B4-BE49-F238E27FC236}">
                <a16:creationId xmlns:a16="http://schemas.microsoft.com/office/drawing/2014/main" id="{ED179454-92F5-4ABF-B9F0-D896EEA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1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遅い</a:t>
            </a:r>
          </a:p>
        </p:txBody>
      </p:sp>
      <p:sp>
        <p:nvSpPr>
          <p:cNvPr id="14" name="slide-6-rhythm-backing">
            <a:extLst xmlns:a="http://schemas.openxmlformats.org/drawingml/2006/main">
              <a:ext uri="{FF2B5EF4-FFF2-40B4-BE49-F238E27FC236}">
                <a16:creationId xmlns:a16="http://schemas.microsoft.com/office/drawing/2014/main" id="{480298F7-75ED-441C-8193-85388D7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560070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65b2d439b406a"/>
          <a:srcRect xmlns:a="http://schemas.openxmlformats.org/drawingml/2006/main" l="17018" t="0" r="170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10300" y="1314450"/>
            <a:ext cx="5562600" cy="4743450"/>
          </a:xfrm>
          <a:prstGeom xmlns:a="http://schemas.openxmlformats.org/drawingml/2006/main" prst="roundRect">
            <a:avLst/>
          </a:prstGeom>
        </p:spPr>
      </p:pic>
      <p:sp>
        <p:nvSpPr>
          <p:cNvPr id="16" name="slide-6-footer-rule">
            <a:extLst xmlns:a="http://schemas.openxmlformats.org/drawingml/2006/main">
              <a:ext uri="{FF2B5EF4-FFF2-40B4-BE49-F238E27FC236}">
                <a16:creationId xmlns:a16="http://schemas.microsoft.com/office/drawing/2014/main" id="{67019E31-3CDD-4730-A7D7-BBFB306A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7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81BCA2F3-1422-4626-A9FA-0C5BCCB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18" name="slide-6-footer-page">
            <a:extLst xmlns:a="http://schemas.openxmlformats.org/drawingml/2006/main">
              <a:ext uri="{FF2B5EF4-FFF2-40B4-BE49-F238E27FC236}">
                <a16:creationId xmlns:a16="http://schemas.microsoft.com/office/drawing/2014/main" id="{7C8F5CD6-7D02-4259-BC1A-4A2ACF73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60132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10BC64C-F8FC-4FFD-AE75-4F63A18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支援者画面で、操作・表示・課題条件を設定できます</a:t>
            </a:r>
          </a:p>
        </p:txBody>
      </p:sp>
      <p:sp>
        <p:nvSpPr>
          <p:cNvPr id="2" name="slide-7-settings-backing">
            <a:extLst xmlns:a="http://schemas.openxmlformats.org/drawingml/2006/main">
              <a:ext uri="{FF2B5EF4-FFF2-40B4-BE49-F238E27FC236}">
                <a16:creationId xmlns:a16="http://schemas.microsoft.com/office/drawing/2014/main" id="{7A0046B4-13E4-46C6-8EDB-1C2E4DA4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e947b7e4244aa"/>
          <a:srcRect xmlns:a="http://schemas.openxmlformats.org/drawingml/2006/main" l="2369" t="0" r="2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19100" y="1371600"/>
            <a:ext cx="7200900" cy="4724400"/>
          </a:xfrm>
          <a:prstGeom xmlns:a="http://schemas.openxmlformats.org/drawingml/2006/main" prst="roundRect">
            <a:avLst/>
          </a:prstGeom>
        </p:spPr>
      </p:pic>
      <p:sp>
        <p:nvSpPr>
          <p:cNvPr id="4" name="slide-7-01-number">
            <a:extLst xmlns:a="http://schemas.openxmlformats.org/drawingml/2006/main">
              <a:ext uri="{FF2B5EF4-FFF2-40B4-BE49-F238E27FC236}">
                <a16:creationId xmlns:a16="http://schemas.microsoft.com/office/drawing/2014/main" id="{61F440ED-46A1-4045-92A3-5D95D42E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slide-7-01-title">
            <a:extLst xmlns:a="http://schemas.openxmlformats.org/drawingml/2006/main">
              <a:ext uri="{FF2B5EF4-FFF2-40B4-BE49-F238E27FC236}">
                <a16:creationId xmlns:a16="http://schemas.microsoft.com/office/drawing/2014/main" id="{BAAAB1C9-5850-4B7A-B3CA-488F2FC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47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6" name="slide-7-01-body">
            <a:extLst xmlns:a="http://schemas.openxmlformats.org/drawingml/2006/main">
              <a:ext uri="{FF2B5EF4-FFF2-40B4-BE49-F238E27FC236}">
                <a16:creationId xmlns:a16="http://schemas.microsoft.com/office/drawing/2014/main" id="{4D5745B5-0DE9-4316-B5A4-DA593591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走査間隔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iPad Switch Control</a:t>
            </a:r>
          </a:p>
        </p:txBody>
      </p:sp>
      <p:sp>
        <p:nvSpPr>
          <p:cNvPr id="7" name="slide-7-01-rule">
            <a:extLst xmlns:a="http://schemas.openxmlformats.org/drawingml/2006/main">
              <a:ext uri="{FF2B5EF4-FFF2-40B4-BE49-F238E27FC236}">
                <a16:creationId xmlns:a16="http://schemas.microsoft.com/office/drawing/2014/main" id="{27CD7EBB-F176-4922-AE41-08436CC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8" name="slide-7-02-number">
            <a:extLst xmlns:a="http://schemas.openxmlformats.org/drawingml/2006/main">
              <a:ext uri="{FF2B5EF4-FFF2-40B4-BE49-F238E27FC236}">
                <a16:creationId xmlns:a16="http://schemas.microsoft.com/office/drawing/2014/main" id="{CAB84283-0A96-4430-B8B4-60F3289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8A33D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slide-7-02-title">
            <a:extLst xmlns:a="http://schemas.openxmlformats.org/drawingml/2006/main">
              <a:ext uri="{FF2B5EF4-FFF2-40B4-BE49-F238E27FC236}">
                <a16:creationId xmlns:a16="http://schemas.microsoft.com/office/drawing/2014/main" id="{D9E3DF21-6C2B-4C78-916C-9DB7415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表示・音</a:t>
            </a:r>
          </a:p>
        </p:txBody>
      </p:sp>
      <p:sp>
        <p:nvSpPr>
          <p:cNvPr id="10" name="slide-7-02-body">
            <a:extLst xmlns:a="http://schemas.openxmlformats.org/drawingml/2006/main">
              <a:ext uri="{FF2B5EF4-FFF2-40B4-BE49-F238E27FC236}">
                <a16:creationId xmlns:a16="http://schemas.microsoft.com/office/drawing/2014/main" id="{06B2F7D9-ADB7-4D7C-9C16-51D7B47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表記／大きい文字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高コントラスト／音量</a:t>
            </a:r>
          </a:p>
        </p:txBody>
      </p:sp>
      <p:sp>
        <p:nvSpPr>
          <p:cNvPr id="11" name="slide-7-02-rule">
            <a:extLst xmlns:a="http://schemas.openxmlformats.org/drawingml/2006/main">
              <a:ext uri="{FF2B5EF4-FFF2-40B4-BE49-F238E27FC236}">
                <a16:creationId xmlns:a16="http://schemas.microsoft.com/office/drawing/2014/main" id="{F7A6CE1B-FB74-4DA7-B6E1-DF1FA7D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2" name="slide-7-03-number">
            <a:extLst xmlns:a="http://schemas.openxmlformats.org/drawingml/2006/main">
              <a:ext uri="{FF2B5EF4-FFF2-40B4-BE49-F238E27FC236}">
                <a16:creationId xmlns:a16="http://schemas.microsoft.com/office/drawing/2014/main" id="{FFAE8589-F16B-4910-91C2-7BCBD46E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slide-7-03-title">
            <a:extLst xmlns:a="http://schemas.openxmlformats.org/drawingml/2006/main">
              <a:ext uri="{FF2B5EF4-FFF2-40B4-BE49-F238E27FC236}">
                <a16:creationId xmlns:a16="http://schemas.microsoft.com/office/drawing/2014/main" id="{E6071B85-C5F3-4804-8075-4D2CB37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10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課題条件</a:t>
            </a:r>
          </a:p>
        </p:txBody>
      </p:sp>
      <p:sp>
        <p:nvSpPr>
          <p:cNvPr id="14" name="slide-7-03-body">
            <a:extLst xmlns:a="http://schemas.openxmlformats.org/drawingml/2006/main">
              <a:ext uri="{FF2B5EF4-FFF2-40B4-BE49-F238E27FC236}">
                <a16:creationId xmlns:a16="http://schemas.microsoft.com/office/drawing/2014/main" id="{5EA9113C-0A2A-4E7B-988F-456DBCF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67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回数／許容範囲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練習／測定</a:t>
            </a:r>
          </a:p>
        </p:txBody>
      </p:sp>
      <p:sp>
        <p:nvSpPr>
          <p:cNvPr id="15" name="slide-7-footer-rule">
            <a:extLst xmlns:a="http://schemas.openxmlformats.org/drawingml/2006/main">
              <a:ext uri="{FF2B5EF4-FFF2-40B4-BE49-F238E27FC236}">
                <a16:creationId xmlns:a16="http://schemas.microsoft.com/office/drawing/2014/main" id="{326610E4-CB2D-4842-B9C8-FDD76E6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16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6A0EA87F-F261-4F58-A99A-30D00E41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17" name="slide-7-footer-page">
            <a:extLst xmlns:a="http://schemas.openxmlformats.org/drawingml/2006/main">
              <a:ext uri="{FF2B5EF4-FFF2-40B4-BE49-F238E27FC236}">
                <a16:creationId xmlns:a16="http://schemas.microsoft.com/office/drawing/2014/main" id="{7AC90471-FE59-4EE6-AA29-B870281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267711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4466E8E-314B-471F-8121-8AA64018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91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終了した回の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条件と結果を確認できます</a:t>
            </a:r>
          </a:p>
        </p:txBody>
      </p:sp>
      <p:sp>
        <p:nvSpPr>
          <p:cNvPr id="2" name="slide-8-message">
            <a:extLst xmlns:a="http://schemas.openxmlformats.org/drawingml/2006/main">
              <a:ext uri="{FF2B5EF4-FFF2-40B4-BE49-F238E27FC236}">
                <a16:creationId xmlns:a16="http://schemas.microsoft.com/office/drawing/2014/main" id="{5E18E90D-E087-4E73-8B41-EFB65F1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23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課題、設定、完了・中断、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各入力の記録を保存します。</a:t>
            </a:r>
          </a:p>
        </p:txBody>
      </p:sp>
      <p:sp>
        <p:nvSpPr>
          <p:cNvPr id="3" name="slide-8-accent">
            <a:extLst xmlns:a="http://schemas.openxmlformats.org/drawingml/2006/main">
              <a:ext uri="{FF2B5EF4-FFF2-40B4-BE49-F238E27FC236}">
                <a16:creationId xmlns:a16="http://schemas.microsoft.com/office/drawing/2014/main" id="{3AD1CC1F-0F0D-4E3C-BF5B-B0E88035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  <a:prstDash val="solid"/>
          </a:ln>
        </p:spPr>
      </p:sp>
      <p:sp>
        <p:nvSpPr>
          <p:cNvPr id="4" name="slide-8-detail">
            <a:extLst xmlns:a="http://schemas.openxmlformats.org/drawingml/2006/main">
              <a:ext uri="{FF2B5EF4-FFF2-40B4-BE49-F238E27FC236}">
                <a16:creationId xmlns:a16="http://schemas.microsoft.com/office/drawing/2014/main" id="{5E2A4FCD-9079-4EA7-BDBF-5B71645A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同じ条件の回を比較できます。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記録は評価の材料であり、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診断結果ではありません。</a:t>
            </a:r>
          </a:p>
        </p:txBody>
      </p:sp>
      <p:sp>
        <p:nvSpPr>
          <p:cNvPr id="5" name="slide-8-log-backing">
            <a:extLst xmlns:a="http://schemas.openxmlformats.org/drawingml/2006/main">
              <a:ext uri="{FF2B5EF4-FFF2-40B4-BE49-F238E27FC236}">
                <a16:creationId xmlns:a16="http://schemas.microsoft.com/office/drawing/2014/main" id="{1A4D429D-829D-4EBD-8164-5636F704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00700" cy="56197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cfb639be747ff"/>
          <a:srcRect xmlns:a="http://schemas.openxmlformats.org/drawingml/2006/main" l="18857" t="0" r="18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10300" y="419100"/>
            <a:ext cx="5562600" cy="5581650"/>
          </a:xfrm>
          <a:prstGeom xmlns:a="http://schemas.openxmlformats.org/drawingml/2006/main" prst="roundRect">
            <a:avLst/>
          </a:prstGeom>
        </p:spPr>
      </p:pic>
      <p:sp>
        <p:nvSpPr>
          <p:cNvPr id="7" name="slide-8-footer-rule">
            <a:extLst xmlns:a="http://schemas.openxmlformats.org/drawingml/2006/main">
              <a:ext uri="{FF2B5EF4-FFF2-40B4-BE49-F238E27FC236}">
                <a16:creationId xmlns:a16="http://schemas.microsoft.com/office/drawing/2014/main" id="{600BB82D-D5FF-45A4-BA2B-15B7EB2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8" name="slide-8-footer-label">
            <a:extLst xmlns:a="http://schemas.openxmlformats.org/drawingml/2006/main">
              <a:ext uri="{FF2B5EF4-FFF2-40B4-BE49-F238E27FC236}">
                <a16:creationId xmlns:a16="http://schemas.microsoft.com/office/drawing/2014/main" id="{648E4E04-26A6-4C4A-B7D0-CE7642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9" name="slide-8-footer-page">
            <a:extLst xmlns:a="http://schemas.openxmlformats.org/drawingml/2006/main">
              <a:ext uri="{FF2B5EF4-FFF2-40B4-BE49-F238E27FC236}">
                <a16:creationId xmlns:a16="http://schemas.microsoft.com/office/drawing/2014/main" id="{C3447257-D82B-4BB9-99FF-7C39474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880634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607AB45-2A16-45F9-88C3-5CDA385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自動テストは完了。実機で操作感を確認します</a:t>
            </a:r>
          </a:p>
        </p:txBody>
      </p:sp>
      <p:sp>
        <p:nvSpPr>
          <p:cNvPr id="2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3D860D23-8B11-4C9F-931E-BF3679E4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画面遷移、保存、CSV出力、5種類の画面幅を自動テストで確認済みです。</a:t>
            </a:r>
          </a:p>
        </p:txBody>
      </p:sp>
      <p:sp>
        <p:nvSpPr>
          <p:cNvPr id="3" name="slide-9-timeline">
            <a:extLst xmlns:a="http://schemas.openxmlformats.org/drawingml/2006/main">
              <a:ext uri="{FF2B5EF4-FFF2-40B4-BE49-F238E27FC236}">
                <a16:creationId xmlns:a16="http://schemas.microsoft.com/office/drawing/2014/main" id="{3FBE9DB6-CA04-4291-9EB2-5B2B11A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slide-9-01-label">
            <a:extLst xmlns:a="http://schemas.openxmlformats.org/drawingml/2006/main">
              <a:ext uri="{FF2B5EF4-FFF2-40B4-BE49-F238E27FC236}">
                <a16:creationId xmlns:a16="http://schemas.microsoft.com/office/drawing/2014/main" id="{0D018B71-A823-4B2B-95FF-07EA30C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slide-9-01-node">
            <a:extLst xmlns:a="http://schemas.openxmlformats.org/drawingml/2006/main">
              <a:ext uri="{FF2B5EF4-FFF2-40B4-BE49-F238E27FC236}">
                <a16:creationId xmlns:a16="http://schemas.microsoft.com/office/drawing/2014/main" id="{0079F66F-C9A1-4E2D-BB19-227626EC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slide-9-01-title">
            <a:extLst xmlns:a="http://schemas.openxmlformats.org/drawingml/2006/main">
              <a:ext uri="{FF2B5EF4-FFF2-40B4-BE49-F238E27FC236}">
                <a16:creationId xmlns:a16="http://schemas.microsoft.com/office/drawing/2014/main" id="{263AD3C5-7D7A-4E70-9D92-C9BE887A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371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画面</a:t>
            </a:r>
          </a:p>
        </p:txBody>
      </p:sp>
      <p:sp>
        <p:nvSpPr>
          <p:cNvPr id="7" name="slide-9-01-body">
            <a:extLst xmlns:a="http://schemas.openxmlformats.org/drawingml/2006/main">
              <a:ext uri="{FF2B5EF4-FFF2-40B4-BE49-F238E27FC236}">
                <a16:creationId xmlns:a16="http://schemas.microsoft.com/office/drawing/2014/main" id="{7C093F4E-69C6-4EA7-A3BD-68D6E8B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9814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5サイズで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自動テスト</a:t>
            </a:r>
          </a:p>
        </p:txBody>
      </p:sp>
      <p:sp>
        <p:nvSpPr>
          <p:cNvPr id="8" name="slide-9-02-label">
            <a:extLst xmlns:a="http://schemas.openxmlformats.org/drawingml/2006/main">
              <a:ext uri="{FF2B5EF4-FFF2-40B4-BE49-F238E27FC236}">
                <a16:creationId xmlns:a16="http://schemas.microsoft.com/office/drawing/2014/main" id="{E177426E-00ED-4DE2-B068-BF40D80C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slide-9-02-node">
            <a:extLst xmlns:a="http://schemas.openxmlformats.org/drawingml/2006/main">
              <a:ext uri="{FF2B5EF4-FFF2-40B4-BE49-F238E27FC236}">
                <a16:creationId xmlns:a16="http://schemas.microsoft.com/office/drawing/2014/main" id="{DD3D48AE-B5D9-47EB-B43A-98984A7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slide-9-02-title">
            <a:extLst xmlns:a="http://schemas.openxmlformats.org/drawingml/2006/main">
              <a:ext uri="{FF2B5EF4-FFF2-40B4-BE49-F238E27FC236}">
                <a16:creationId xmlns:a16="http://schemas.microsoft.com/office/drawing/2014/main" id="{9D949060-AEE4-4CD0-B664-1C7CB10C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保存</a:t>
            </a:r>
          </a:p>
        </p:txBody>
      </p:sp>
      <p:sp>
        <p:nvSpPr>
          <p:cNvPr id="11" name="slide-9-02-body">
            <a:extLst xmlns:a="http://schemas.openxmlformats.org/drawingml/2006/main">
              <a:ext uri="{FF2B5EF4-FFF2-40B4-BE49-F238E27FC236}">
                <a16:creationId xmlns:a16="http://schemas.microsoft.com/office/drawing/2014/main" id="{649D5148-43F3-4CED-A0D7-18CDCFF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完了・中断を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再読込</a:t>
            </a:r>
          </a:p>
        </p:txBody>
      </p:sp>
      <p:sp>
        <p:nvSpPr>
          <p:cNvPr id="12" name="slide-9-03-label">
            <a:extLst xmlns:a="http://schemas.openxmlformats.org/drawingml/2006/main">
              <a:ext uri="{FF2B5EF4-FFF2-40B4-BE49-F238E27FC236}">
                <a16:creationId xmlns:a16="http://schemas.microsoft.com/office/drawing/2014/main" id="{CAD4BBAF-5ED4-4D32-B213-D823635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slide-9-03-node">
            <a:extLst xmlns:a="http://schemas.openxmlformats.org/drawingml/2006/main">
              <a:ext uri="{FF2B5EF4-FFF2-40B4-BE49-F238E27FC236}">
                <a16:creationId xmlns:a16="http://schemas.microsoft.com/office/drawing/2014/main" id="{C4C9DBFE-2442-4AF2-B682-C5C3624C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slide-9-03-title">
            <a:extLst xmlns:a="http://schemas.openxmlformats.org/drawingml/2006/main">
              <a:ext uri="{FF2B5EF4-FFF2-40B4-BE49-F238E27FC236}">
                <a16:creationId xmlns:a16="http://schemas.microsoft.com/office/drawing/2014/main" id="{BB2AFEBB-BF8D-41B2-839B-2D808EA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CSV</a:t>
            </a:r>
          </a:p>
        </p:txBody>
      </p:sp>
      <p:sp>
        <p:nvSpPr>
          <p:cNvPr id="15" name="slide-9-03-body">
            <a:extLst xmlns:a="http://schemas.openxmlformats.org/drawingml/2006/main">
              <a:ext uri="{FF2B5EF4-FFF2-40B4-BE49-F238E27FC236}">
                <a16:creationId xmlns:a16="http://schemas.microsoft.com/office/drawing/2014/main" id="{9AD49BEC-06FD-4CCD-B2B3-8AE4F03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814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逐次停止の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28項目</a:t>
            </a:r>
          </a:p>
        </p:txBody>
      </p:sp>
      <p:sp>
        <p:nvSpPr>
          <p:cNvPr id="16" name="slide-9-04-label">
            <a:extLst xmlns:a="http://schemas.openxmlformats.org/drawingml/2006/main">
              <a:ext uri="{FF2B5EF4-FFF2-40B4-BE49-F238E27FC236}">
                <a16:creationId xmlns:a16="http://schemas.microsoft.com/office/drawing/2014/main" id="{6B6F13D5-3618-4E74-B3B2-1CF83B01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A33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slide-9-04-node">
            <a:extLst xmlns:a="http://schemas.openxmlformats.org/drawingml/2006/main">
              <a:ext uri="{FF2B5EF4-FFF2-40B4-BE49-F238E27FC236}">
                <a16:creationId xmlns:a16="http://schemas.microsoft.com/office/drawing/2014/main" id="{E9EA1D3C-505F-4230-978F-5B783570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slide-9-04-title">
            <a:extLst xmlns:a="http://schemas.openxmlformats.org/drawingml/2006/main">
              <a:ext uri="{FF2B5EF4-FFF2-40B4-BE49-F238E27FC236}">
                <a16:creationId xmlns:a16="http://schemas.microsoft.com/office/drawing/2014/main" id="{0D3802F4-4C36-4DCD-8171-81C2637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NeuroNode</a:t>
            </a:r>
          </a:p>
        </p:txBody>
      </p:sp>
      <p:sp>
        <p:nvSpPr>
          <p:cNvPr id="19" name="slide-9-04-body">
            <a:extLst xmlns:a="http://schemas.openxmlformats.org/drawingml/2006/main">
              <a:ext uri="{FF2B5EF4-FFF2-40B4-BE49-F238E27FC236}">
                <a16:creationId xmlns:a16="http://schemas.microsoft.com/office/drawing/2014/main" id="{F9558EC8-DB4E-48D2-861A-4DC6E80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814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実機確認が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必要</a:t>
            </a:r>
          </a:p>
        </p:txBody>
      </p:sp>
      <p:sp>
        <p:nvSpPr>
          <p:cNvPr id="20" name="slide-9-05-label">
            <a:extLst xmlns:a="http://schemas.openxmlformats.org/drawingml/2006/main">
              <a:ext uri="{FF2B5EF4-FFF2-40B4-BE49-F238E27FC236}">
                <a16:creationId xmlns:a16="http://schemas.microsoft.com/office/drawing/2014/main" id="{29A080CC-7013-4156-8995-E78E7C75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C7774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slide-9-05-node">
            <a:extLst xmlns:a="http://schemas.openxmlformats.org/drawingml/2006/main">
              <a:ext uri="{FF2B5EF4-FFF2-40B4-BE49-F238E27FC236}">
                <a16:creationId xmlns:a16="http://schemas.microsoft.com/office/drawing/2014/main" id="{965BCF87-8745-4420-9D12-F6A1D0F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7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slide-9-05-title">
            <a:extLst xmlns:a="http://schemas.openxmlformats.org/drawingml/2006/main">
              <a:ext uri="{FF2B5EF4-FFF2-40B4-BE49-F238E27FC236}">
                <a16:creationId xmlns:a16="http://schemas.microsoft.com/office/drawing/2014/main" id="{EF8E2EC1-BAA5-4598-98E7-0CB11E6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71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iPad</a:t>
            </a:r>
          </a:p>
        </p:txBody>
      </p:sp>
      <p:sp>
        <p:nvSpPr>
          <p:cNvPr id="23" name="slide-9-05-body">
            <a:extLst xmlns:a="http://schemas.openxmlformats.org/drawingml/2006/main">
              <a:ext uri="{FF2B5EF4-FFF2-40B4-BE49-F238E27FC236}">
                <a16:creationId xmlns:a16="http://schemas.microsoft.com/office/drawing/2014/main" id="{2DB73594-D761-4E22-88D4-D1216EFD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814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Switch Control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実機確認</a:t>
            </a:r>
          </a:p>
        </p:txBody>
      </p:sp>
      <p:sp>
        <p:nvSpPr>
          <p:cNvPr id="24" name="slide-9-closing-rule">
            <a:extLst xmlns:a="http://schemas.openxmlformats.org/drawingml/2006/main">
              <a:ext uri="{FF2B5EF4-FFF2-40B4-BE49-F238E27FC236}">
                <a16:creationId xmlns:a16="http://schemas.microsoft.com/office/drawing/2014/main" id="{AB18E00C-F8EA-47FF-9C87-2BC748F1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911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C7774"/>
            </a:solidFill>
            <a:prstDash val="solid"/>
          </a:ln>
        </p:spPr>
      </p:sp>
      <p:sp>
        <p:nvSpPr>
          <p:cNvPr id="25" name="slide-9-closing">
            <a:extLst xmlns:a="http://schemas.openxmlformats.org/drawingml/2006/main">
              <a:ext uri="{FF2B5EF4-FFF2-40B4-BE49-F238E27FC236}">
                <a16:creationId xmlns:a16="http://schemas.microsoft.com/office/drawing/2014/main" id="{8F75A678-B15F-4D47-809E-12C53BD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次の確認：実際の端末と入力機器で、操作感と入力遅延を確認します。</a:t>
            </a:r>
          </a:p>
        </p:txBody>
      </p:sp>
      <p:sp>
        <p:nvSpPr>
          <p:cNvPr id="26" name="slide-9-footer-rule">
            <a:extLst xmlns:a="http://schemas.openxmlformats.org/drawingml/2006/main">
              <a:ext uri="{FF2B5EF4-FFF2-40B4-BE49-F238E27FC236}">
                <a16:creationId xmlns:a16="http://schemas.microsoft.com/office/drawing/2014/main" id="{6EDA65E0-6D00-4E8B-B9FD-484996D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FBD"/>
            </a:solidFill>
            <a:prstDash val="solid"/>
          </a:ln>
        </p:spPr>
      </p:sp>
      <p:sp>
        <p:nvSpPr>
          <p:cNvPr id="27" name="slide-9-footer-label">
            <a:extLst xmlns:a="http://schemas.openxmlformats.org/drawingml/2006/main">
              <a:ext uri="{FF2B5EF4-FFF2-40B4-BE49-F238E27FC236}">
                <a16:creationId xmlns:a16="http://schemas.microsoft.com/office/drawing/2014/main" id="{EDC7D104-B17A-4977-A673-81648CA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NEURONODE · PRODUCT OVERVIEW</a:t>
            </a:r>
          </a:p>
        </p:txBody>
      </p:sp>
      <p:sp>
        <p:nvSpPr>
          <p:cNvPr id="28" name="slide-9-footer-page">
            <a:extLst xmlns:a="http://schemas.openxmlformats.org/drawingml/2006/main">
              <a:ext uri="{FF2B5EF4-FFF2-40B4-BE49-F238E27FC236}">
                <a16:creationId xmlns:a16="http://schemas.microsoft.com/office/drawing/2014/main" id="{59B250E1-0F66-4A2C-8871-1873726F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161"/>
                </a:solidFill>
                <a:latin typeface="Yu Gothic"/>
                <a:ea typeface="Yu Gothic"/>
                <a:cs typeface="Yu Gothic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000159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2026-08-20T14:14:38.9260000Z</dcterms:created>
  <dcterms:modified xsi:type="dcterms:W3CDTF">2026-08-20T14:14:38.9260000Z</dcterms:modified>
</coreProperties>
</file>